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293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hyperlink" Target="http://SETUP.md" TargetMode="External"/><Relationship Id="rId4" Type="http://schemas.openxmlformats.org/officeDocument/2006/relationships/hyperlink" Target="http://README.md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hyperlink" Target="http://github.com/yourusername/pytren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7429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Unveiling PyTrend: Data Visualization for Informed Decisions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44079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Welcome, judges and fellow developers! Today, we're excited to present PyTrend, a powerful tool designed to transform complex financial data into actionable insights. PyTrend leverages innovative visualization techniques to empower users to make more educated decisions in the dynamic world of finance.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79" y="588764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Agenda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749379" y="1137404"/>
            <a:ext cx="12295584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Navigating the Future of Financial Visualization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379" y="2127647"/>
            <a:ext cx="21407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49379" y="2461022"/>
            <a:ext cx="645878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749379" y="2629019"/>
            <a:ext cx="3071813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 to PyTrend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49379" y="3092053"/>
            <a:ext cx="645878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Overview of the project's purpose and capabilities.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22237" y="2127647"/>
            <a:ext cx="21407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422237" y="2461022"/>
            <a:ext cx="645878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7422237" y="2629019"/>
            <a:ext cx="2926318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Dive: Finance.py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422237" y="3092053"/>
            <a:ext cx="6458783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Exploring cryptocurrency and currency trend analysis with Streamlit.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49379" y="4151947"/>
            <a:ext cx="21407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749379" y="4485323"/>
            <a:ext cx="645878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749379" y="4653320"/>
            <a:ext cx="3221831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Dive: Projection.py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49379" y="5116354"/>
            <a:ext cx="6458783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higher-dimensional data projection for advanced insights.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422237" y="4151947"/>
            <a:ext cx="21407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7422237" y="4485323"/>
            <a:ext cx="645878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422237" y="4653320"/>
            <a:ext cx="2968347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Technical Architecture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422237" y="5116354"/>
            <a:ext cx="645878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Behind the scenes: the technologies and design principles.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749379" y="6176248"/>
            <a:ext cx="21407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650" dirty="0"/>
          </a:p>
        </p:txBody>
      </p:sp>
      <p:sp>
        <p:nvSpPr>
          <p:cNvPr id="21" name="Shape 19"/>
          <p:cNvSpPr/>
          <p:nvPr/>
        </p:nvSpPr>
        <p:spPr>
          <a:xfrm>
            <a:off x="749379" y="6509623"/>
            <a:ext cx="645878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2" name="Text 20"/>
          <p:cNvSpPr/>
          <p:nvPr/>
        </p:nvSpPr>
        <p:spPr>
          <a:xfrm>
            <a:off x="749379" y="6677620"/>
            <a:ext cx="2676644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Demonstration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749379" y="7140654"/>
            <a:ext cx="645878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Witnessing PyTrend in action.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7422237" y="6176248"/>
            <a:ext cx="214074" cy="267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7422237" y="6509623"/>
            <a:ext cx="6458783" cy="30480"/>
          </a:xfrm>
          <a:prstGeom prst="rect">
            <a:avLst/>
          </a:prstGeom>
          <a:solidFill>
            <a:srgbClr val="4950BC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7422237" y="6677620"/>
            <a:ext cx="3653909" cy="334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and Future Roadmap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7422237" y="7140654"/>
            <a:ext cx="6458783" cy="3426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Discussing potential applications and next steps.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5553" y="483632"/>
            <a:ext cx="11588948" cy="549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PyTrend: Bridging the Gap Between Data and Decision</a:t>
            </a:r>
            <a:endParaRPr lang="en-US" sz="3450" dirty="0"/>
          </a:p>
        </p:txBody>
      </p:sp>
      <p:sp>
        <p:nvSpPr>
          <p:cNvPr id="3" name="Text 1"/>
          <p:cNvSpPr/>
          <p:nvPr/>
        </p:nvSpPr>
        <p:spPr>
          <a:xfrm>
            <a:off x="615553" y="1455301"/>
            <a:ext cx="6485096" cy="8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PyTrend addresses a critical challenge in financial analysis: the overwhelming volume and complexity of data. Traditional charts often fall short when trying to convey multi-faceted relationships and future trends.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15553" y="2457569"/>
            <a:ext cx="6485096" cy="844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solution focuses on intuitive, interactive visualizations that not only display data but also enable users to explore it dynamically, uncovering patterns that might otherwise remain hidden.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7371" y="1494949"/>
            <a:ext cx="6485096" cy="64850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92612"/>
            <a:ext cx="1296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Finance.py: Real-time Financial Trend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68366"/>
            <a:ext cx="445400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Interactive Streamlit Application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4951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execution for secure and personalized analysis.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19170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User-friendly interface for seamless interaction.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81425"/>
            <a:ext cx="3976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Customizable Data Selection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362569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any cryptocurrency or fiat currency for study.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804767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specific assets relevant to your interests.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394484"/>
            <a:ext cx="33760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Dynamic Trend Mapping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975628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Visualize value fluctuations over custom timeframes.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417826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historical patterns and potential market movements.</a:t>
            </a:r>
            <a:endParaRPr lang="en-US" sz="17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59096" y="2196703"/>
            <a:ext cx="4885015" cy="488501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8191"/>
            <a:ext cx="126520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Projection.py: Illuminating Higher Dimensions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072283"/>
            <a:ext cx="4885015" cy="488501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239828" y="2043946"/>
            <a:ext cx="359092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Advanced Data Projection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6239828" y="2625090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Utilizes unit vectors to project complex, higher-dimensional data.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239828" y="3067288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Transforms multi-variable financial relationships into comprehensible visuals.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39828" y="4019907"/>
            <a:ext cx="52841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Integrated Camera and Projection Skill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39828" y="460105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Enables novel interactions with the projected data.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239828" y="5043249"/>
            <a:ext cx="760428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Allows for dynamic adjustment of projection angles and focus areas.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6239828" y="5995868"/>
            <a:ext cx="453925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Empowering Educated Decisions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239828" y="6577013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Reveals intricate correlations and dependencies previously hidden.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6239828" y="7019211"/>
            <a:ext cx="760428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more nuanced and robust financial decision-making.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1371" y="386001"/>
            <a:ext cx="8270677" cy="4387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Technical Backbone: Architecture Overview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71" y="1105495"/>
            <a:ext cx="13647658" cy="7750493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3481" y="5081568"/>
            <a:ext cx="406694" cy="40669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23176" y="6898979"/>
            <a:ext cx="3050201" cy="38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Inputs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814724" y="7388706"/>
            <a:ext cx="3267104" cy="30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Finance.py, Streamlit, APIs</a:t>
            </a:r>
            <a:endParaRPr lang="en-US" sz="10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0085" y="4498641"/>
            <a:ext cx="406693" cy="40669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376893" y="1962526"/>
            <a:ext cx="3050201" cy="38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268441" y="2452252"/>
            <a:ext cx="3267104" cy="61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Clean and prepare financial feeds</a:t>
            </a:r>
            <a:endParaRPr lang="en-US" sz="10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6689" y="5081568"/>
            <a:ext cx="406694" cy="40669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776384" y="6898979"/>
            <a:ext cx="3050201" cy="38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Projection.py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5667933" y="7388706"/>
            <a:ext cx="3267104" cy="61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 projections and transforms</a:t>
            </a:r>
            <a:endParaRPr lang="en-US" sz="10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63293" y="4498641"/>
            <a:ext cx="406693" cy="40669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165496" y="1962526"/>
            <a:ext cx="3179412" cy="38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Camera &amp; Unit Vector</a:t>
            </a:r>
            <a:endParaRPr lang="en-US" sz="1350" dirty="0"/>
          </a:p>
        </p:txBody>
      </p:sp>
      <p:sp>
        <p:nvSpPr>
          <p:cNvPr id="15" name="Text 8"/>
          <p:cNvSpPr/>
          <p:nvPr/>
        </p:nvSpPr>
        <p:spPr>
          <a:xfrm>
            <a:off x="8121649" y="2452252"/>
            <a:ext cx="3267105" cy="61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camera and vector projection</a:t>
            </a:r>
            <a:endParaRPr lang="en-US" sz="105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989898" y="5081568"/>
            <a:ext cx="406693" cy="40669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656706" y="6898979"/>
            <a:ext cx="3050201" cy="381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5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Display</a:t>
            </a:r>
            <a:endParaRPr lang="en-US" sz="1350" dirty="0"/>
          </a:p>
        </p:txBody>
      </p:sp>
      <p:sp>
        <p:nvSpPr>
          <p:cNvPr id="18" name="Text 10"/>
          <p:cNvSpPr/>
          <p:nvPr/>
        </p:nvSpPr>
        <p:spPr>
          <a:xfrm>
            <a:off x="10548255" y="7388706"/>
            <a:ext cx="3267104" cy="3050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10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UI via Streamlit</a:t>
            </a:r>
            <a:endParaRPr lang="en-US" sz="1050" dirty="0"/>
          </a:p>
        </p:txBody>
      </p:sp>
      <p:sp>
        <p:nvSpPr>
          <p:cNvPr id="19" name="Text 11"/>
          <p:cNvSpPr/>
          <p:nvPr/>
        </p:nvSpPr>
        <p:spPr>
          <a:xfrm>
            <a:off x="491371" y="9013865"/>
            <a:ext cx="13647658" cy="449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PyTrend is built upon a modular architecture, ensuring scalability and maintainability. Finance.py acts as the data acquisition and initial visualization layer, feeding refined information to Projection.py for advanced spatial analysis. Streamlit provides the intuitive front-end, while the projection module handles the intricate mathematical transformations.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447" y="576382"/>
            <a:ext cx="7249120" cy="6432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50"/>
              </a:lnSpc>
              <a:buNone/>
            </a:pPr>
            <a:r>
              <a:rPr lang="en-US" sz="4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Getting Started with PyTrend</a:t>
            </a:r>
            <a:endParaRPr lang="en-US" sz="4050" dirty="0"/>
          </a:p>
        </p:txBody>
      </p:sp>
      <p:sp>
        <p:nvSpPr>
          <p:cNvPr id="3" name="Shape 1"/>
          <p:cNvSpPr/>
          <p:nvPr/>
        </p:nvSpPr>
        <p:spPr>
          <a:xfrm>
            <a:off x="720447" y="1631394"/>
            <a:ext cx="13189506" cy="874752"/>
          </a:xfrm>
          <a:prstGeom prst="roundRect">
            <a:avLst>
              <a:gd name="adj" fmla="val 9884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306" y="1944767"/>
            <a:ext cx="257294" cy="20585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9459" y="1888688"/>
            <a:ext cx="12314634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detailed setup instructions, please refer to </a:t>
            </a:r>
            <a:r>
              <a:rPr lang="en-US" sz="16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README.md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60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SETUP.md</a:t>
            </a:r>
            <a:r>
              <a:rPr lang="en-US" sz="16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project repository.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20447" y="2737723"/>
            <a:ext cx="6491764" cy="2186345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4"/>
          <p:cNvSpPr/>
          <p:nvPr/>
        </p:nvSpPr>
        <p:spPr>
          <a:xfrm>
            <a:off x="743307" y="2760583"/>
            <a:ext cx="6446044" cy="617577"/>
          </a:xfrm>
          <a:prstGeom prst="roundRect">
            <a:avLst>
              <a:gd name="adj" fmla="val 955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8" name="Text 5"/>
          <p:cNvSpPr/>
          <p:nvPr/>
        </p:nvSpPr>
        <p:spPr>
          <a:xfrm>
            <a:off x="3811905" y="2872621"/>
            <a:ext cx="308729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949166" y="3584019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Clone Repository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49166" y="4029075"/>
            <a:ext cx="6034326" cy="3293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Fetch the project files from the provided Git repository.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18070" y="2737723"/>
            <a:ext cx="6491883" cy="2186345"/>
          </a:xfrm>
          <a:prstGeom prst="roundRect">
            <a:avLst>
              <a:gd name="adj" fmla="val 395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Shape 9"/>
          <p:cNvSpPr/>
          <p:nvPr/>
        </p:nvSpPr>
        <p:spPr>
          <a:xfrm>
            <a:off x="7440930" y="2760583"/>
            <a:ext cx="6446163" cy="617577"/>
          </a:xfrm>
          <a:prstGeom prst="roundRect">
            <a:avLst>
              <a:gd name="adj" fmla="val 955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10509647" y="2872621"/>
            <a:ext cx="308729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7646789" y="3584019"/>
            <a:ext cx="2629495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Install Dependencies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646789" y="4029075"/>
            <a:ext cx="6034445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set up the necessary Python libraries.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20447" y="5129927"/>
            <a:ext cx="6491764" cy="2523292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Shape 14"/>
          <p:cNvSpPr/>
          <p:nvPr/>
        </p:nvSpPr>
        <p:spPr>
          <a:xfrm>
            <a:off x="743307" y="5152787"/>
            <a:ext cx="6446044" cy="617577"/>
          </a:xfrm>
          <a:prstGeom prst="roundRect">
            <a:avLst>
              <a:gd name="adj" fmla="val 955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18" name="Text 15"/>
          <p:cNvSpPr/>
          <p:nvPr/>
        </p:nvSpPr>
        <p:spPr>
          <a:xfrm>
            <a:off x="3811905" y="5264825"/>
            <a:ext cx="308729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949166" y="5976223"/>
            <a:ext cx="2573179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Run Finance.py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49166" y="6421279"/>
            <a:ext cx="6034326" cy="666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streamlit run Finance.py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launch the interactive trend analysis tool.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7418070" y="5129927"/>
            <a:ext cx="6491883" cy="2523292"/>
          </a:xfrm>
          <a:prstGeom prst="roundRect">
            <a:avLst>
              <a:gd name="adj" fmla="val 3427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19"/>
          <p:cNvSpPr/>
          <p:nvPr/>
        </p:nvSpPr>
        <p:spPr>
          <a:xfrm>
            <a:off x="7440930" y="5152787"/>
            <a:ext cx="6446163" cy="617577"/>
          </a:xfrm>
          <a:prstGeom prst="roundRect">
            <a:avLst>
              <a:gd name="adj" fmla="val 9558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 lang="en-ZA"/>
          </a:p>
        </p:txBody>
      </p:sp>
      <p:sp>
        <p:nvSpPr>
          <p:cNvPr id="23" name="Text 20"/>
          <p:cNvSpPr/>
          <p:nvPr/>
        </p:nvSpPr>
        <p:spPr>
          <a:xfrm>
            <a:off x="10509647" y="5264825"/>
            <a:ext cx="308729" cy="3858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1"/>
          <p:cNvSpPr/>
          <p:nvPr/>
        </p:nvSpPr>
        <p:spPr>
          <a:xfrm>
            <a:off x="7646789" y="5976223"/>
            <a:ext cx="2684502" cy="321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Explore Projection.py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646789" y="6421279"/>
            <a:ext cx="6034445" cy="1003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python Projection.py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engage with the higher-dimensional data projection. Ensure camera setup is complete as per </a:t>
            </a:r>
            <a:r>
              <a:rPr lang="en-US" sz="16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SETUP.md</a:t>
            </a:r>
            <a:r>
              <a:rPr lang="en-US" sz="16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463534"/>
            <a:ext cx="1058656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Live Demonstration: PyTrend in Action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512475"/>
            <a:ext cx="130428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Let's see how PyTrend empowers users to quickly analyze market trends and gain deeper insights into complex financial datasets. We'll start with a cryptocurrency trend, then transition to a higher-dimensional projection, showcasing the dynamic camera interaction.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2633"/>
            <a:ext cx="860881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 &amp; Future Enhancements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750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60" y="3217545"/>
            <a:ext cx="340162" cy="42529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0906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Enhanced Insights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530906" y="374332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Uncover hidden correlations and make more informed financial decisions.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7456884" y="3175040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1955" y="3217545"/>
            <a:ext cx="340162" cy="42529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4000" y="325290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Faster Analysis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194000" y="3743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Streamline the process of understanding market movements and data complexities.</a:t>
            </a:r>
            <a:endParaRPr lang="en-US" sz="1750" dirty="0"/>
          </a:p>
        </p:txBody>
      </p:sp>
      <p:sp>
        <p:nvSpPr>
          <p:cNvPr id="11" name="Shape 7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8860" y="4965263"/>
            <a:ext cx="340162" cy="42529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30906" y="5000625"/>
            <a:ext cx="310145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Capabilities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1530906" y="5491043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integration with machine learning models for forecasting.</a:t>
            </a:r>
            <a:endParaRPr lang="en-US" sz="1750" dirty="0"/>
          </a:p>
        </p:txBody>
      </p:sp>
      <p:sp>
        <p:nvSpPr>
          <p:cNvPr id="15" name="Shape 10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1866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1955" y="4965263"/>
            <a:ext cx="340162" cy="4252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194000" y="5000625"/>
            <a:ext cx="301144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Broader Data Sources</a:t>
            </a:r>
            <a:endParaRPr lang="en-US" sz="2200" dirty="0"/>
          </a:p>
        </p:txBody>
      </p:sp>
      <p:sp>
        <p:nvSpPr>
          <p:cNvPr id="18" name="Text 12"/>
          <p:cNvSpPr/>
          <p:nvPr/>
        </p:nvSpPr>
        <p:spPr>
          <a:xfrm>
            <a:off x="8194000" y="5491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Expansion to include more diverse financial instruments and global markets.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288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Thank You!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201829"/>
            <a:ext cx="522672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Questions &amp; Discussion</a:t>
            </a:r>
            <a:endParaRPr lang="en-US" sz="3550" dirty="0"/>
          </a:p>
        </p:txBody>
      </p:sp>
      <p:sp>
        <p:nvSpPr>
          <p:cNvPr id="5" name="Text 2"/>
          <p:cNvSpPr/>
          <p:nvPr/>
        </p:nvSpPr>
        <p:spPr>
          <a:xfrm>
            <a:off x="793790" y="4108966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believe PyTrend offers a compelling vision for the future of financial data visualization. We are eager to hear your feedback and explore the potential for further development.</a:t>
            </a:r>
            <a:endParaRPr lang="en-US" sz="1750" dirty="0"/>
          </a:p>
        </p:txBody>
      </p:sp>
      <p:pic>
        <p:nvPicPr>
          <p:cNvPr id="6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3790" y="5452824"/>
            <a:ext cx="2148721" cy="623768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5858" y="5452824"/>
            <a:ext cx="2256711" cy="62376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691</Words>
  <Application>Microsoft Office PowerPoint</Application>
  <PresentationFormat>Custom</PresentationFormat>
  <Paragraphs>95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Consolas</vt:lpstr>
      <vt:lpstr>Inter</vt:lpstr>
      <vt:lpstr>Inter Bold</vt:lpstr>
      <vt:lpstr>Inter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Tobi_Otunniyi</dc:creator>
  <cp:lastModifiedBy>Otunniyi, O, Mr [28015932@sun.ac.za]</cp:lastModifiedBy>
  <cp:revision>1</cp:revision>
  <dcterms:created xsi:type="dcterms:W3CDTF">2025-09-14T01:50:28Z</dcterms:created>
  <dcterms:modified xsi:type="dcterms:W3CDTF">2025-09-14T01:54:30Z</dcterms:modified>
</cp:coreProperties>
</file>